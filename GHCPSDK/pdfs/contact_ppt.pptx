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84CC4-C48F-6228-43B8-9BAB1027CC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DAC429-A2AB-0F3D-3F87-09662417F9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9C447-8AC6-2D55-FCCC-DBD1283802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8A761D-EBA5-461B-86C0-33DF2AB97886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BFDD05-2C9F-B9A7-C3E4-9B854D797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954D51-FCD1-D87B-EC3A-1D9D162B9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FCA27-83FB-4930-90C6-7F3EA79DD3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60130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A3EE52-A2F0-CCCA-3FFD-2F228BA95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37E80-92DD-3568-6D17-41500BEA84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35D15-0F27-B085-F8BD-CF5FC001A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8A761D-EBA5-461B-86C0-33DF2AB97886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770465-79E3-9881-6C4C-B7D4B35B5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D8E49A-AD41-4DB4-4D53-4031E8A27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FCA27-83FB-4930-90C6-7F3EA79DD3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0583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80793-3C7A-F4F8-C451-29B5C31BE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5A9608-11A5-DA41-FF9E-3FFD27ACBB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016100-930B-D1CF-EB06-BAF820109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8A761D-EBA5-461B-86C0-33DF2AB97886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99889F-6579-A91D-5C40-BB240290E2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A536A0-55F4-5B79-E32A-779A677A3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FCA27-83FB-4930-90C6-7F3EA79DD3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3075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0C365-EAF5-5EED-3EDD-6E4C0D7A2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59A993-9718-5CBF-F23D-C1BEACCA31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0C5AEC-1F50-52C9-E5C1-0A8A482F01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77F33C-73EC-A57D-E9ED-0769E5AAE0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8A761D-EBA5-461B-86C0-33DF2AB97886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E692BB-4E8A-0C3F-4BB5-81369DD23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F043F4-2BEE-488F-23CC-040AF6F01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FCA27-83FB-4930-90C6-7F3EA79DD3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0448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493BC-106D-6C22-782F-53097F1FF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1EAAC0-ED8D-A669-95E0-51B60FA628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D8423D-C2B4-BB56-9DDE-FEACC73A9B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754BF21-7065-C200-C37D-260BB7107E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DA8C9D3-6032-864F-7590-63659674F3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86D80BB-BA44-252A-6336-61E1594BA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8A761D-EBA5-461B-86C0-33DF2AB97886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D48A628-54CE-A459-1011-AC58B3A9F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81E2C9-260A-F623-3CDB-229F06FA4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FCA27-83FB-4930-90C6-7F3EA79DD3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5442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A9B15-3EEB-F576-10B0-A514F6036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DBD288-C36E-C13A-AE69-BFA959B33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8A761D-EBA5-461B-86C0-33DF2AB97886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3668B8-6A2F-340E-2576-F11C69C1B2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E2B042-3E20-B4C7-29A6-8343988C5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FCA27-83FB-4930-90C6-7F3EA79DD3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67705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133A60-CAB0-AADE-CA71-C32D0FBA1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8A761D-EBA5-461B-86C0-33DF2AB97886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5330E1-5A88-5D26-E3A1-3E2CABBBF4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46ADB8-122D-BC1B-AA8C-290BC333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FCA27-83FB-4930-90C6-7F3EA79DD3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3177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86920-4A5A-CADB-B19E-03E54E37E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8F036D-D40C-5FB6-692C-5B9500C6CE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FB3482-50A2-F932-9605-393E519032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B77B70-E432-7A21-1114-3CB5915E3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8A761D-EBA5-461B-86C0-33DF2AB97886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63D578-DB42-55FC-C3DD-732D7ED34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173BC7-56C5-1FCD-4E18-68796E095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FCA27-83FB-4930-90C6-7F3EA79DD3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2961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4BB29-C8F5-7A82-719B-A156D58234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E6E3F0D-1BF3-D3F2-CB6E-2F2C8F21F7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D7733E-D04E-4259-713C-29723AEBFA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0B5F65-34C9-CE9F-E769-86BD1EC18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8A761D-EBA5-461B-86C0-33DF2AB97886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566914-C2AC-80EA-6F1E-5DA90A757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AF12D8-16D5-AD64-E82F-CF1472974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FCA27-83FB-4930-90C6-7F3EA79DD3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6494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47479-CC14-9765-3081-9E22396BD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9C60C4-DDF2-8E3C-A944-A2AD1ADCBA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449A0A-05A7-8C6B-5C66-0980433094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8A761D-EBA5-461B-86C0-33DF2AB97886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053ED5-141C-3BA1-F5E5-344FF3184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012CF8-1ABA-C878-0A0C-1CE0A574A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FCA27-83FB-4930-90C6-7F3EA79DD3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260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E988C60-45FE-31D9-A881-A0A3D1FDA8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2106FA-4C30-F9CD-3F3F-B0E266A849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1710FC-FAD6-0D96-EA81-43F85ED11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8A761D-EBA5-461B-86C0-33DF2AB97886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968A1D-1A29-D7B2-C893-E575AE24B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CC463-A94C-6A61-FF86-CEE2D9A96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FCA27-83FB-4930-90C6-7F3EA79DD3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037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398C273-20BD-421A-98C7-DDD31C40A8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4A4FAC-DA92-B17F-608F-9ADED9476D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E0043-A8EB-3FCB-E4E0-4A967886CE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8A761D-EBA5-461B-86C0-33DF2AB97886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575121-4377-BA88-BECB-5C1A2A97FA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ECEC4D-F74B-F676-10C3-BEE24C7556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3FCA27-83FB-4930-90C6-7F3EA79DD3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3434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68AF5748-FED8-45BA-8631-26D1D10F32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59C477-4387-4F9B-D651-FA5E578A9E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pPr algn="l"/>
            <a:r>
              <a:rPr lang="en-US" sz="4800" dirty="0"/>
              <a:t>Contact details are on the </a:t>
            </a:r>
            <a:r>
              <a:rPr lang="en-US" sz="4800"/>
              <a:t>right side.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999842-237E-08E4-A963-9CC468E965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1" y="4872922"/>
            <a:ext cx="3933306" cy="1208141"/>
          </a:xfrm>
        </p:spPr>
        <p:txBody>
          <a:bodyPr>
            <a:normAutofit/>
          </a:bodyPr>
          <a:lstStyle/>
          <a:p>
            <a:pPr algn="l"/>
            <a:endParaRPr lang="en-US" sz="200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3B05184-060D-4621-CCB1-B5A9787763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8176" y="625683"/>
            <a:ext cx="6819226" cy="5455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0737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Office Theme</vt:lpstr>
      <vt:lpstr>Contact details are on the right side.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Shashank Bhide</dc:creator>
  <cp:lastModifiedBy>Shashank Bhide</cp:lastModifiedBy>
  <cp:revision>1</cp:revision>
  <dcterms:created xsi:type="dcterms:W3CDTF">2026-06-25T05:33:22Z</dcterms:created>
  <dcterms:modified xsi:type="dcterms:W3CDTF">2026-06-25T08:05:49Z</dcterms:modified>
</cp:coreProperties>
</file>