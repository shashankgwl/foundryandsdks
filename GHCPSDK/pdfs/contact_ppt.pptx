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4CC4-C48F-6228-43B8-9BAB1027C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AC429-A2AB-0F3D-3F87-09662417F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9C447-8AC6-2D55-FCCC-DBD12838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FDD05-2C9F-B9A7-C3E4-9B854D79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54D51-FCD1-D87B-EC3A-1D9D162B9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13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EE52-A2F0-CCCA-3FFD-2F228BA95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7E80-92DD-3568-6D17-41500BEA8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35D15-0F27-B085-F8BD-CF5FC001A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70465-79E3-9881-6C4C-B7D4B35B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8E49A-AD41-4DB4-4D53-4031E8A27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58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80793-3C7A-F4F8-C451-29B5C31B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A9608-11A5-DA41-FF9E-3FFD27ACB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6100-930B-D1CF-EB06-BAF820109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9889F-6579-A91D-5C40-BB240290E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536A0-55F4-5B79-E32A-779A677A3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307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0C365-EAF5-5EED-3EDD-6E4C0D7A2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A993-9718-5CBF-F23D-C1BEACCA31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0C5AEC-1F50-52C9-E5C1-0A8A482F0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7F33C-73EC-A57D-E9ED-0769E5AAE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692BB-4E8A-0C3F-4BB5-81369DD2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043F4-2BEE-488F-23CC-040AF6F0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44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493BC-106D-6C22-782F-53097F1F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EAAC0-ED8D-A669-95E0-51B60FA62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8423D-C2B4-BB56-9DDE-FEACC73A9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4BF21-7065-C200-C37D-260BB7107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A8C9D3-6032-864F-7590-63659674F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6D80BB-BA44-252A-6336-61E1594BA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8A628-54CE-A459-1011-AC58B3A9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81E2C9-260A-F623-3CDB-229F06FA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4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A9B15-3EEB-F576-10B0-A514F603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BD288-C36E-C13A-AE69-BFA959B3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3668B8-6A2F-340E-2576-F11C69C1B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2B042-3E20-B4C7-29A6-8343988C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7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33A60-CAB0-AADE-CA71-C32D0FBA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330E1-5A88-5D26-E3A1-3E2CABBB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6ADB8-122D-BC1B-AA8C-290BC333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31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86920-4A5A-CADB-B19E-03E54E37E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F036D-D40C-5FB6-692C-5B9500C6C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B3482-50A2-F932-9605-393E519032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77B70-E432-7A21-1114-3CB5915E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3D578-DB42-55FC-C3DD-732D7ED3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73BC7-56C5-1FCD-4E18-68796E095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9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BB29-C8F5-7A82-719B-A156D582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E3F0D-1BF3-D3F2-CB6E-2F2C8F21F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7733E-D04E-4259-713C-29723AEBF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B5F65-34C9-CE9F-E769-86BD1EC18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66914-C2AC-80EA-6F1E-5DA90A757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F12D8-16D5-AD64-E82F-CF147297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49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7479-CC14-9765-3081-9E22396B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C60C4-DDF2-8E3C-A944-A2AD1ADC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49A0A-05A7-8C6B-5C66-09804330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53ED5-141C-3BA1-F5E5-344FF318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12CF8-1ABA-C878-0A0C-1CE0A574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60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988C60-45FE-31D9-A881-A0A3D1FDA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106FA-4C30-F9CD-3F3F-B0E266A84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710FC-FAD6-0D96-EA81-43F85ED1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68A1D-1A29-D7B2-C893-E575AE24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CC463-A94C-6A61-FF86-CEE2D9A9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8C273-20BD-421A-98C7-DDD31C40A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A4FAC-DA92-B17F-608F-9ADED9476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E0043-A8EB-3FCB-E4E0-4A967886C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A761D-EBA5-461B-86C0-33DF2AB97886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75121-4377-BA88-BECB-5C1A2A97F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CEC4D-F74B-F676-10C3-BEE24C755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FCA27-83FB-4930-90C6-7F3EA79DD3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4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9C477-4387-4F9B-D651-FA5E578A9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/>
              <a:t>Contact details are on the </a:t>
            </a:r>
            <a:r>
              <a:rPr lang="en-US" sz="4800"/>
              <a:t>right side..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99842-237E-08E4-A963-9CC468E96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pPr algn="l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B05184-060D-4621-CCB1-B5A97877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176" y="625683"/>
            <a:ext cx="6819226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37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Contact details are on the right side..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Bhide</dc:creator>
  <cp:lastModifiedBy>Shashank Bhide</cp:lastModifiedBy>
  <cp:revision>2</cp:revision>
  <dcterms:created xsi:type="dcterms:W3CDTF">2026-06-25T05:33:22Z</dcterms:created>
  <dcterms:modified xsi:type="dcterms:W3CDTF">2026-06-25T08:08:09Z</dcterms:modified>
</cp:coreProperties>
</file>